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9B70-EE7A-1873-D2DE-7AED24F67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CD98D-54D3-6F1B-0B78-E86FF547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E083B-FCFD-BDF8-272D-0CC75C0A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42A0-3B76-6684-FBA9-F2C7938A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D3171-FABB-1984-7038-3D4779C0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59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A136-0FD2-ECDC-E236-3AC69B8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3735-BD71-EC58-3EAA-74AD08F1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3DCA2-6BB2-E757-9241-164745AA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111D8-3AB6-E764-54C3-19A7DBDA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065C-03D9-9D96-8884-45B36B2C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88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8574-A3A1-F544-A24A-EC942EC5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C1445-E6CE-09A9-9A57-879744A8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10F6-35E9-AD76-D9C3-697486A9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4973-821F-9838-0486-E81943A0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15B4-8F52-0B27-A55B-43FBC7EC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11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0FA2-3541-449A-376C-2E9DBAA6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4289-5AB4-F262-9340-102BEBD7A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56228-C126-6E2B-11EF-5405C2689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BF4CD-FB7D-C370-FC3B-FF17590D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63D6A-6985-5B7C-C0B0-409C5E83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1EC06-1F7A-508C-F9F2-945B127B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18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DCDC-58F8-64E1-219E-1C3C22E1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31C1-13C2-9F48-6BF0-9C120794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BF2B0-CB5A-05CD-ADF0-66D6D1A03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C0EF9-D99F-0A50-DF45-72CAD6D22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A522A-505F-E73D-E4E3-BE3B87792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5A309-DA80-5CC2-014F-293A9BC7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2D483-5904-A5DB-3689-C1AE1EEA1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802D9-0C3B-D86D-32D6-F8D8B03D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47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202C-6D79-5D1E-6145-B58D756C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21C11-69E4-1E99-B0E3-667181CC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27DD4-86A5-60F2-C63E-DFAFA162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84C0B-2206-A269-1693-DA9B651C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81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6D983-0177-1B9E-32C1-EA7CEFDC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34AEE-8786-9ADD-046D-B9BB1CCC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1EDD0-E4BB-9268-D79E-2A6D13A2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97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5B78-B115-68B3-C6FF-BCDD2F88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3D22-CEEA-CB3A-4D50-8CCC1FAA1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1442F-253A-CC49-E4D6-11511C62F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119E4-5D2C-61CE-8A87-34686404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85AFD-2A51-214C-276F-A12EEBB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631DB-8D8C-7850-6EED-59925C0F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49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97DA-49E7-03F7-7027-9A795AB43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E74B2-3DB7-6ABF-0D7C-75D91B20F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541CD-01D4-A368-0F9C-C56CBBEBE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FC70B-D4B7-9696-9C95-94CB0D21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EF09-2453-707E-6FDA-33B71015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C9197-EFB3-9339-84BC-0F7DD0C3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34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5FB4-C938-3713-E07F-08F3EC42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CCDB0-26C6-EF9E-2174-3CDD91B47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D4C49-D63B-56C4-A316-4F57E7C0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20E68-94A6-AFF8-E78A-89BCDDC7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C031B-E16E-FD16-E197-AA818C55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04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A57E6-A2C2-91EC-1A32-B84A3EB6D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687A0-8F7B-8154-4A6E-8189221B7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5721-51A7-FA9C-2DA1-457CBF5E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2B691-B048-1F90-9D6B-E0A95B1E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82BCA-6145-FC09-6420-A66B059C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24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4E76A5-70C3-68C0-5255-B5A0C470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75150-809B-0559-DF9D-69B17E643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2A7B-F12B-2C26-ABC0-2968BF97B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7DC57-2BD8-45E9-9CCE-E89022C1CB4F}" type="datetimeFigureOut">
              <a:rPr lang="en-GB" smtClean="0"/>
              <a:t>23/05/2026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85E2A-A430-EEC7-C21F-F6B5A6FDC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B2AB2-FC3D-E2F5-82C8-92972C5DD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AEC41-CBE1-47F3-9307-F55375E49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136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B2D7F-46A2-7763-FF82-20B545BB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CA39B2-8054-E884-95BA-AC7656988D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5" t="6948" r="1" b="11989"/>
          <a:stretch>
            <a:fillRect/>
          </a:stretch>
        </p:blipFill>
        <p:spPr>
          <a:xfrm rot="607139">
            <a:off x="5207002" y="1297864"/>
            <a:ext cx="2624666" cy="2071869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516099-2A70-24E4-0445-390A96E73F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1" t="29406" r="12161" b="30604"/>
          <a:stretch>
            <a:fillRect/>
          </a:stretch>
        </p:blipFill>
        <p:spPr>
          <a:xfrm>
            <a:off x="4630813" y="5691005"/>
            <a:ext cx="2930373" cy="84462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62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4339-4F98-84FA-8D8E-A5788F07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E4324-597D-B136-13C6-65DBFA87B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1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1782D-8BC9-4E00-911C-085C6C0F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E6A44-49CA-2620-DBB9-38BE308EE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47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770-6895-E9C3-A5E7-0B727540B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D483F-A0F2-EF3B-BB2A-3E1AF102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6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F129C-DB5F-D0C5-B285-147450DC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0BFC7-91B5-C721-11C4-E4EF8C298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7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7C328-AD1B-E16E-00D4-BD0330D3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60A3C-F98E-6460-A392-6471DF3BF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44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7641-DA43-5771-B9DF-0D692AB2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3B357-CA41-76D8-A665-703A3B4A1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5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9EEF-1324-3FFF-692E-2D1F7EFE4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8B53C-769B-4946-B9A6-332219729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8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79AF-8D16-A18E-7E22-848D62DC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6AEEE4-D35B-75EB-E410-F6D2A3D95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87CD-F0B3-7D3B-F5F0-62C0E4FF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6AF2B2-0718-552C-69C9-F1983471F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02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F6D3-CAF4-43B9-6810-7CAF8AA3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F0685-41F7-2F38-C55E-46E05019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41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15AD-7F40-3796-E39E-C24839CB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EA37D-4166-7BF5-0D94-61929A13E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4DAC90-76A3-B5A1-655B-AE6FA8F03C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1" t="29406" r="12161" b="30604"/>
          <a:stretch>
            <a:fillRect/>
          </a:stretch>
        </p:blipFill>
        <p:spPr>
          <a:xfrm>
            <a:off x="4630813" y="5597872"/>
            <a:ext cx="2930373" cy="84462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0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UBC Halifax</dc:creator>
  <cp:lastModifiedBy>UBC Halifax</cp:lastModifiedBy>
  <cp:revision>3</cp:revision>
  <dcterms:created xsi:type="dcterms:W3CDTF">2026-05-23T16:04:11Z</dcterms:created>
  <dcterms:modified xsi:type="dcterms:W3CDTF">2026-05-23T22:30:00Z</dcterms:modified>
</cp:coreProperties>
</file>